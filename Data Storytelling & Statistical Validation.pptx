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4890" autoAdjust="0"/>
    <p:restoredTop sz="94660"/>
  </p:normalViewPr>
  <p:slideViewPr>
    <p:cSldViewPr>
      <p:cViewPr varScale="1">
        <p:scale>
          <a:sx n="83" d="100"/>
          <a:sy n="83" d="100"/>
        </p:scale>
        <p:origin x="-128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CE931-E91B-440B-8FB0-91477BBC054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8F3FF-AD1A-49EB-A7F8-829A1A72C9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Storytelling &amp; Statistical Validation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Srilekha</a:t>
            </a:r>
            <a:r>
              <a:rPr lang="en-US" dirty="0" smtClean="0"/>
              <a:t> </a:t>
            </a:r>
            <a:r>
              <a:rPr lang="en-US" dirty="0" err="1" smtClean="0"/>
              <a:t>Mallela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 Analyst Internship Project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Understanding customer behavior and factors affecting spending and retention.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Understanding customer behavior is crucial for improving business performance.</a:t>
            </a:r>
          </a:p>
          <a:p>
            <a:endParaRPr lang="en-US" dirty="0" smtClean="0"/>
          </a:p>
          <a:p>
            <a:r>
              <a:rPr lang="en-US" dirty="0" smtClean="0"/>
              <a:t>The goal of this project is to analyze how factors like membership type, discounts, satisfaction levels, and demographics influence customer spending and retention.</a:t>
            </a:r>
          </a:p>
          <a:p>
            <a:endParaRPr lang="en-US" dirty="0" smtClean="0"/>
          </a:p>
          <a:p>
            <a:r>
              <a:rPr lang="en-US" dirty="0" smtClean="0"/>
              <a:t>This helps businesses make data-driven decisions to increase revenue and customer engagement.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792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- Customer behavior dataset</a:t>
            </a:r>
            <a:br>
              <a:rPr lang="en-US" dirty="0" smtClean="0"/>
            </a:br>
            <a:r>
              <a:rPr lang="en-US" dirty="0" smtClean="0"/>
              <a:t>-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The dataset contains customer behavior data from an e-commerce platform.</a:t>
            </a:r>
          </a:p>
          <a:p>
            <a:endParaRPr lang="en-US" dirty="0" smtClean="0"/>
          </a:p>
          <a:p>
            <a:r>
              <a:rPr lang="en-US" dirty="0" smtClean="0"/>
              <a:t>It includes key attributes such as:</a:t>
            </a:r>
          </a:p>
          <a:p>
            <a:r>
              <a:rPr lang="en-US" dirty="0" smtClean="0"/>
              <a:t>- Age</a:t>
            </a:r>
          </a:p>
          <a:p>
            <a:r>
              <a:rPr lang="en-US" dirty="0" smtClean="0"/>
              <a:t>- Membership Type</a:t>
            </a:r>
          </a:p>
          <a:p>
            <a:r>
              <a:rPr lang="en-US" dirty="0" smtClean="0"/>
              <a:t>- Total Spend</a:t>
            </a:r>
          </a:p>
          <a:p>
            <a:r>
              <a:rPr lang="en-US" dirty="0" smtClean="0"/>
              <a:t>- Discount Applied</a:t>
            </a:r>
          </a:p>
          <a:p>
            <a:r>
              <a:rPr lang="en-US" dirty="0" smtClean="0"/>
              <a:t>- Satisfaction Level</a:t>
            </a:r>
          </a:p>
          <a:p>
            <a:r>
              <a:rPr lang="en-US" dirty="0" smtClean="0"/>
              <a:t>- City</a:t>
            </a:r>
          </a:p>
          <a:p>
            <a:r>
              <a:rPr lang="en-US" dirty="0" smtClean="0"/>
              <a:t>- Days Since Last Purchase</a:t>
            </a:r>
          </a:p>
          <a:p>
            <a:endParaRPr lang="en-US" dirty="0" smtClean="0"/>
          </a:p>
          <a:p>
            <a:r>
              <a:rPr lang="en-US" dirty="0" smtClean="0"/>
              <a:t>This data is used to analyze spending patterns, customer satisfaction, and retention behavior.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Membership </a:t>
            </a:r>
            <a:r>
              <a:rPr lang="en-US" dirty="0" err="1" smtClean="0"/>
              <a:t>vs</a:t>
            </a:r>
            <a:r>
              <a:rPr lang="en-US" dirty="0" smtClean="0"/>
              <a:t> Spend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following key analyses were performed to understand customer behavior:</a:t>
            </a:r>
          </a:p>
          <a:p>
            <a:endParaRPr lang="en-US" dirty="0" smtClean="0"/>
          </a:p>
          <a:p>
            <a:r>
              <a:rPr lang="en-US" dirty="0" smtClean="0"/>
              <a:t>- Membership Type </a:t>
            </a:r>
            <a:r>
              <a:rPr lang="en-US" dirty="0" err="1" smtClean="0"/>
              <a:t>vs</a:t>
            </a:r>
            <a:r>
              <a:rPr lang="en-US" dirty="0" smtClean="0"/>
              <a:t> Total Spend</a:t>
            </a:r>
          </a:p>
          <a:p>
            <a:r>
              <a:rPr lang="en-US" dirty="0" smtClean="0"/>
              <a:t>- Discount Impact on Spending</a:t>
            </a:r>
          </a:p>
          <a:p>
            <a:r>
              <a:rPr lang="en-US" dirty="0" smtClean="0"/>
              <a:t>- Satisfaction Level </a:t>
            </a:r>
            <a:r>
              <a:rPr lang="en-US" dirty="0" err="1" smtClean="0"/>
              <a:t>vs</a:t>
            </a:r>
            <a:r>
              <a:rPr lang="en-US" dirty="0" smtClean="0"/>
              <a:t> Spending</a:t>
            </a:r>
          </a:p>
          <a:p>
            <a:r>
              <a:rPr lang="en-US" dirty="0" smtClean="0"/>
              <a:t>- Age Distribution of Customers</a:t>
            </a:r>
          </a:p>
          <a:p>
            <a:r>
              <a:rPr lang="en-US" dirty="0" smtClean="0"/>
              <a:t>- City-wise Spending Patterns</a:t>
            </a:r>
          </a:p>
          <a:p>
            <a:endParaRPr lang="en-US" dirty="0" smtClean="0"/>
          </a:p>
          <a:p>
            <a:r>
              <a:rPr lang="en-US" dirty="0" smtClean="0"/>
              <a:t>These analyses help identify factors influencing customer purchasing behavior and business performance.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Premium members spend more than others</a:t>
            </a:r>
            <a:endParaRPr lang="en-US" dirty="0"/>
          </a:p>
        </p:txBody>
      </p:sp>
      <p:pic>
        <p:nvPicPr>
          <p:cNvPr id="4" name="Content Placeholder 3" descr="membership_spend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14" y="1668617"/>
            <a:ext cx="5852172" cy="4389129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Discounts increase customer spending</a:t>
            </a:r>
            <a:endParaRPr lang="en-US" dirty="0"/>
          </a:p>
        </p:txBody>
      </p:sp>
      <p:pic>
        <p:nvPicPr>
          <p:cNvPr id="4" name="Content Placeholder 3" descr="discount_spend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14" y="1668617"/>
            <a:ext cx="5852172" cy="4389129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Higher satisfaction leads to higher spending</a:t>
            </a:r>
            <a:endParaRPr lang="en-US" dirty="0"/>
          </a:p>
        </p:txBody>
      </p:sp>
      <p:pic>
        <p:nvPicPr>
          <p:cNvPr id="4" name="Content Placeholder 3" descr="satisfaction_boxplo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14" y="1668617"/>
            <a:ext cx="5852172" cy="4389129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Major customers fall in specific age groups</a:t>
            </a:r>
            <a:endParaRPr lang="en-US" dirty="0"/>
          </a:p>
        </p:txBody>
      </p:sp>
      <p:pic>
        <p:nvPicPr>
          <p:cNvPr id="4" name="Content Placeholder 3" descr="age_distributio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14" y="1668617"/>
            <a:ext cx="5852172" cy="4389129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cities contribute more revenue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23297"/>
            <a:ext cx="8229600" cy="3879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Hypothesis:</a:t>
            </a:r>
          </a:p>
          <a:p>
            <a:r>
              <a:rPr lang="en-US" dirty="0" smtClean="0"/>
              <a:t>Discounts have an impact on customer spending behavior.</a:t>
            </a:r>
          </a:p>
          <a:p>
            <a:endParaRPr lang="en-US" dirty="0" smtClean="0"/>
          </a:p>
          <a:p>
            <a:r>
              <a:rPr lang="en-US" dirty="0" smtClean="0"/>
              <a:t>Test Used:</a:t>
            </a:r>
          </a:p>
          <a:p>
            <a:r>
              <a:rPr lang="en-US" dirty="0" smtClean="0"/>
              <a:t>Independent T-Test</a:t>
            </a:r>
          </a:p>
          <a:p>
            <a:endParaRPr lang="en-US" dirty="0" smtClean="0"/>
          </a:p>
          <a:p>
            <a:r>
              <a:rPr lang="en-US" dirty="0" smtClean="0"/>
              <a:t>Result:</a:t>
            </a:r>
          </a:p>
          <a:p>
            <a:r>
              <a:rPr lang="en-US" dirty="0" smtClean="0"/>
              <a:t>P-value &lt; 0.05</a:t>
            </a:r>
          </a:p>
          <a:p>
            <a:endParaRPr lang="en-US" dirty="0" smtClean="0"/>
          </a:p>
          <a:p>
            <a:r>
              <a:rPr lang="en-US" dirty="0" smtClean="0"/>
              <a:t>Conclusion:</a:t>
            </a:r>
          </a:p>
          <a:p>
            <a:r>
              <a:rPr lang="en-US" dirty="0" smtClean="0"/>
              <a:t>There is a statistically significant difference in spending between customers who received discounts and those who did not.</a:t>
            </a:r>
          </a:p>
          <a:p>
            <a:endParaRPr lang="en-US" dirty="0" smtClean="0"/>
          </a:p>
          <a:p>
            <a:r>
              <a:rPr lang="en-US" dirty="0" smtClean="0"/>
              <a:t>This confirms that discounts influence customer purchasing behavior.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Premium users generate higher revenue</a:t>
            </a:r>
          </a:p>
          <a:p>
            <a:r>
              <a:rPr lang="en-US" dirty="0" smtClean="0"/>
              <a:t>- Discounts effectively boost sales</a:t>
            </a:r>
          </a:p>
          <a:p>
            <a:r>
              <a:rPr lang="en-US" dirty="0" smtClean="0"/>
              <a:t>- Customer satisfaction drives purchasing behavior</a:t>
            </a:r>
          </a:p>
          <a:p>
            <a:r>
              <a:rPr lang="en-US" dirty="0" smtClean="0"/>
              <a:t>- Revenue varies across cities</a:t>
            </a:r>
          </a:p>
          <a:p>
            <a:r>
              <a:rPr lang="en-US" dirty="0" smtClean="0"/>
              <a:t>- Customer retention is a key challenge (inactive users identified)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- Provide targeted discounts to increase customer spending</a:t>
            </a:r>
          </a:p>
          <a:p>
            <a:r>
              <a:rPr lang="en-US" dirty="0" smtClean="0"/>
              <a:t>- Focus on retaining high-value (premium) customers</a:t>
            </a:r>
          </a:p>
          <a:p>
            <a:r>
              <a:rPr lang="en-US" dirty="0" smtClean="0"/>
              <a:t>- Improve customer satisfaction through better services</a:t>
            </a:r>
          </a:p>
          <a:p>
            <a:r>
              <a:rPr lang="en-US" dirty="0" smtClean="0"/>
              <a:t>- Launch re-engagement campaigns for inactive customers</a:t>
            </a:r>
          </a:p>
          <a:p>
            <a:r>
              <a:rPr lang="en-US" dirty="0" smtClean="0"/>
              <a:t>- Use data-driven strategies for marketing and sales optimization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This project demonstrates how data analysis and statistical validation can help understand customer behavior.</a:t>
            </a:r>
          </a:p>
          <a:p>
            <a:endParaRPr lang="en-US" dirty="0" smtClean="0"/>
          </a:p>
          <a:p>
            <a:r>
              <a:rPr lang="en-US" dirty="0" smtClean="0"/>
              <a:t>By leveraging insights from data, businesses can improve decision-making, increase revenue, and enhance customer retention.</a:t>
            </a:r>
          </a:p>
          <a:p>
            <a:endParaRPr lang="en-US" dirty="0" smtClean="0"/>
          </a:p>
          <a:p>
            <a:r>
              <a:rPr lang="en-US" dirty="0" smtClean="0"/>
              <a:t>Data-driven strategies are essential for sustainable business growth.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381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Data Storytelling &amp; Statistical Validation </vt:lpstr>
      <vt:lpstr>Understanding customer behavior and factors affecting spending and retention.</vt:lpstr>
      <vt:lpstr>- Customer behavior dataset - Features</vt:lpstr>
      <vt:lpstr>Membership vs Spend</vt:lpstr>
      <vt:lpstr>Premium members spend more than others</vt:lpstr>
      <vt:lpstr>Discounts increase customer spending</vt:lpstr>
      <vt:lpstr>Higher satisfaction leads to higher spending</vt:lpstr>
      <vt:lpstr>Major customers fall in specific age groups</vt:lpstr>
      <vt:lpstr>Some cities contribute more revenue</vt:lpstr>
      <vt:lpstr>Hypothesis Testing</vt:lpstr>
      <vt:lpstr>Key Insights</vt:lpstr>
      <vt:lpstr>Business Recommendations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admin</dc:creator>
  <cp:lastModifiedBy>admin</cp:lastModifiedBy>
  <cp:revision>5</cp:revision>
  <dcterms:created xsi:type="dcterms:W3CDTF">2026-04-13T12:52:12Z</dcterms:created>
  <dcterms:modified xsi:type="dcterms:W3CDTF">2026-04-13T13:40:42Z</dcterms:modified>
</cp:coreProperties>
</file>